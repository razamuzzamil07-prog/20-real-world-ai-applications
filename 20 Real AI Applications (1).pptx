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</p:sldIdLst>
  <p:sldSz cx="12192000" cy="6858000" type="screen4x3"/>
  <p:notesSz cx="6858000" cy="9144000"/>
  <p:embeddedFontLst>
    <p:embeddedFont>
      <p:font typeface="Calibri" panose="020F050202020403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900" y="1480095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74168" y="1480095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5437" y="1480095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1248" y="1480095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0" y="1720601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74168" y="1720601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5437" y="1720601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1248" y="1720601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" y="1961108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74168" y="1961108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5437" y="1961108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1248" y="1961108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" y="2201614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4168" y="2201614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5437" y="2201614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1248" y="2201614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" y="2596901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74168" y="2596901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5437" y="2596901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1248" y="2596901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" y="2992189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74168" y="2992189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05437" y="2992189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1248" y="2992189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" y="3387476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74168" y="3387476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05437" y="3387476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1248" y="3387476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" y="3627983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74168" y="3627983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5437" y="3627983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1248" y="3627983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" y="3868489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74168" y="3868489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05437" y="3868489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1248" y="3868489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2900" y="4263776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74168" y="4263776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05437" y="4263776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1248" y="4263776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2900" y="4504283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74168" y="4504283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05437" y="4504283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1248" y="4504283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2900" y="4744789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74168" y="4744789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05437" y="4744789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1248" y="4744789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2900" y="4985295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74168" y="4985295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05437" y="4985295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31248" y="4985295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2900" y="5225801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74168" y="5225801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05437" y="5225801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31248" y="5225801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2900" y="5466308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874168" y="5466308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05437" y="5466308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31248" y="5466308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2900" y="5706814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74168" y="5706814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5437" y="5706814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31248" y="5706814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42900" y="5947320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874168" y="5947320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05437" y="5947320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31248" y="5947320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42900" y="6187826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874168" y="6187826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05437" y="6187826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31248" y="6187826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42900" y="6428333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874168" y="6428333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05437" y="6428333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31248" y="6428333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2900" y="6668839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874168" y="6668839"/>
            <a:ext cx="2531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405437" y="6668839"/>
            <a:ext cx="172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31248" y="6668839"/>
            <a:ext cx="4717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342900" y="860970"/>
          <a:ext cx="11506197" cy="5822156"/>
        </p:xfrm>
        <a:graphic>
          <a:graphicData uri="http://schemas.openxmlformats.org/drawingml/2006/table">
            <a:tbl>
              <a:tblPr/>
              <a:tblGrid>
                <a:gridCol w="2531268"/>
                <a:gridCol w="2531268"/>
                <a:gridCol w="1725810"/>
                <a:gridCol w="4717851"/>
              </a:tblGrid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  <a:endParaRPr sz="900" b="1" i="0" u="none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Industry Name</a:t>
                      </a:r>
                      <a:endParaRPr sz="900" b="1" i="0" u="none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 / General</a:t>
                      </a:r>
                      <a:endParaRPr sz="900" b="1" i="0" u="none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AI is Used</a:t>
                      </a:r>
                      <a:endParaRPr sz="900" b="1" i="0" u="none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ChatGPT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Technology &amp; Learning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Answers questions, drafts essays, and helps write code using text generation.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Netflix Recommendations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Entertainment &amp; Streaming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Suggests movies and shows tailored to your viewing habits.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Spotify Discover Weekly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Music &amp; Streaming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Curates personalized weekly playlists based on your listening history.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Maps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Transportation &amp; Travel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Predicts traffic jams and finds the fastest real-time driving routes.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Apple Siri / Google Assistant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Consumer Tech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Responds to voice commands to set timers, answer questions, and control devices.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Tesla Autopilot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Automotive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Uses cameras and sensors to keep cars centered in lanes and steer automatically.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Gmail Spam Filter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&amp; Communications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Identifies suspicious messages and filters out junk or scam emails automatically.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iPhone Face ID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 Security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Maps your facial features with 3D sensors to securely unlock your phone.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Grammarly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Education &amp; Writing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Highlights typos, fixes grammar, and offers tone suggestions as you type.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Dynamic Pricing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E-Commerce &amp; Retail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Changes product prices in real time based on customer demand and competition.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Bank Fraud Detection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Finance &amp; Banking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Flags unusual card transactions instantly to prevent credit card theft.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Translate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Language Services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Converts text and speech instantly across more than 100 languages.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Medical X-Ray Scans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Healthcare &amp; Medicine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Scans X-rays and MRIs to help doctors spot tumors and fractures earlier.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Support Chatbots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Retail &amp; Services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Answers common customer questions instantly on company websites.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Smart Thermostats (Nest)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Smart Home &amp; IoT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Learns your daily routine to automatically adjust home heating and cooling.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TikTok For You Page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 Media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Shows short videos based on what you watch, like, and share.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Algorithmic Stock Trading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Finance &amp; Investment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Executes rapid stock trades by analyzing market data in milliseconds.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Plagiarism Detectors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Education &amp; Schools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Checks student papers to catch copied text or AI-generated writing.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724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 Vacuums (Roomba)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Home Automation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Maps room layouts with sensors to navigate and clean floors automatically.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7256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AGI Research Models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Research &amp; Computer Science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</a:t>
                      </a:r>
                      <a:endParaRPr sz="975" b="1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Experimental systems aiming for human-like reasoning across any domain.</a:t>
                      </a:r>
                      <a:endParaRPr sz="975" b="0" i="0" u="none">
                        <a:solidFill>
                          <a:srgbClr val="33415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342900" y="400050"/>
            <a:ext cx="5362575" cy="2533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sz="18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Real AI Applications </a:t>
            </a:r>
            <a:r>
              <a:rPr sz="18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Experience Every Day</a:t>
            </a:r>
            <a:endParaRPr sz="1800" b="1" i="0" u="none">
              <a:solidFill>
                <a:srgbClr val="0F17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2398</Words>
  <Application>WPS Presentation</Application>
  <PresentationFormat>On-screen Show (4:3)</PresentationFormat>
  <Paragraphs>170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Muzzamil Aslam</cp:lastModifiedBy>
  <cp:revision>4</cp:revision>
  <dcterms:created xsi:type="dcterms:W3CDTF">2013-01-27T09:14:00Z</dcterms:created>
  <dcterms:modified xsi:type="dcterms:W3CDTF">2026-09-18T13:04:37Z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F59D429E945848CEAD7979AA7D8C4878_13</vt:lpwstr>
  </property>
  <property fmtid="{D5CDD505-2E9C-101B-9397-08002B2CF9AE}" pid="3" name="KSOProductBuildVer">
    <vt:lpwstr>1033-12.1.0.28485</vt:lpwstr>
  </property>
</Properties>
</file>